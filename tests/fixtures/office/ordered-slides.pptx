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7"/>
    <p:sldId id="257" r:id="rId2"/>
  </p:sldIdLst>
  <p:sldSz cx="9144000" cy="6858000"/>
</p:presentation>
</file>

<file path=ppt/_rels/presentation.xml.rels><Relationships xmlns="http://schemas.openxmlformats.org/package/2006/relationships"><Relationship Id="rId7" Type="http://schemas.openxmlformats.org/officeDocument/2006/relationships/slide" Target="slides/slide7.xml"/><Relationship Id="rId2" Type="http://schemas.openxmlformats.org/officeDocument/2006/relationships/slide" Target="slides/slide2.xml"/></Relationships>
</file>

<file path=ppt/notesSlides/notesSlide3.xml><?xml version="1.0" encoding="utf-8"?>
<p:notes xmlns:p="http://schemas.openxmlformats.org/presentationml/2006/main" xmlns:a="http://schemas.openxmlformats.org/drawingml/2006/main">
  <p:cSld>
    <p:spTree>
      <p:sp>
        <p:nvSpPr>
          <p:cNvPr id="2" name="demo"/>
          <p:cNvSpPr/>
          <p:nvPr/>
        </p:nvSpPr>
        <p:spPr/>
        <p:txBody>
          <a:bodyPr/>
          <a:lstStyle/>
          <a:p>
            <a:r>
              <a:t>演示第一页备注：没有个人身份映射。</a:t>
            </a:r>
          </a:p>
        </p:txBody>
      </p:sp>
    </p:spTree>
  </p:cSld>
</p:notes>
</file>

<file path=ppt/notesSlides/notesSlide8.xml><?xml version="1.0" encoding="utf-8"?>
<p:notes xmlns:p="http://schemas.openxmlformats.org/presentationml/2006/main" xmlns:a="http://schemas.openxmlformats.org/drawingml/2006/main">
  <p:cSld>
    <p:spTree>
      <p:sp>
        <p:nvSpPr>
          <p:cNvPr id="2" name="demo"/>
          <p:cNvSpPr/>
          <p:nvPr/>
        </p:nvSpPr>
        <p:spPr/>
        <p:txBody>
          <a:bodyPr/>
          <a:lstStyle/>
          <a:p>
            <a:r>
              <a:t>演示第二页备注：不复制为个人分。</a:t>
            </a:r>
          </a:p>
        </p:txBody>
      </p:sp>
    </p:spTree>
  </p:cSld>
</p:notes>
</file>

<file path=ppt/slides/_rels/slide2.xml.rels><Relationships xmlns="http://schemas.openxmlformats.org/package/2006/relationships"><Relationship Id="rIdNotes" Type="http://schemas.openxmlformats.org/officeDocument/2006/relationships/notesSlide" Target="../notesSlides/notesSlide8.xml"/></Relationships>
</file>

<file path=ppt/slides/_rels/slide7.xml.rels><Relationships xmlns="http://schemas.openxmlformats.org/package/2006/relationships"><Relationship Id="rIdNotes" Type="http://schemas.openxmlformats.org/officeDocument/2006/relationships/notesSlide" Target="../notesSlides/notesSlide3.xml"/></Relationships>
</file>

<file path=ppt/slides/slide2.xml><?xml version="1.0" encoding="utf-8"?>
<p:sld xmlns:p="http://schemas.openxmlformats.org/presentationml/2006/main" xmlns:a="http://schemas.openxmlformats.org/drawingml/2006/main">
  <p:cSld>
    <p:spTree>
      <p:sp>
        <p:nvSpPr>
          <p:cNvPr id="2" name="demo"/>
          <p:cNvSpPr/>
          <p:nvPr/>
        </p:nvSpPr>
        <p:spPr/>
        <p:txBody>
          <a:bodyPr/>
          <a:lstStyle/>
          <a:p>
            <a:r>
              <a:t>演示第二页：共同成果保留团队归属。</a:t>
            </a:r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sp>
        <p:nvSpPr>
          <p:cNvPr id="2" name="demo"/>
          <p:cNvSpPr/>
          <p:nvPr/>
        </p:nvSpPr>
        <p:spPr/>
        <p:txBody>
          <a:bodyPr/>
          <a:lstStyle/>
          <a:p>
            <a:r>
              <a:t>演示第一页：团队甲共同完成交付。</a:t>
            </a:r>
          </a:p>
        </p:txBody>
      </p:sp>
    </p:spTree>
  </p:cSld>
</p:sld>
</file>

<file path=ppt/slides/slide99.xml><?xml version="1.0" encoding="utf-8"?>
<p:sld xmlns:p="http://schemas.openxmlformats.org/presentationml/2006/main" xmlns:a="http://schemas.openxmlformats.org/drawingml/2006/main">
  <p:cSld>
    <p:spTree>
      <p:sp>
        <p:nvSpPr>
          <p:cNvPr id="2" name="demo"/>
          <p:cNvSpPr/>
          <p:nvPr/>
        </p:nvSpPr>
        <p:spPr/>
        <p:txBody>
          <a:bodyPr/>
          <a:lstStyle/>
          <a:p>
            <a:r>
              <a:t>演示：已删除幻灯，不应被读取。</a:t>
            </a:r>
          </a:p>
        </p:txBody>
      </p:sp>
    </p:spTree>
  </p:cSld>
</p:sld>
</file>