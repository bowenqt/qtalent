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2616E"/>
                </a:solidFill>
                <a:latin typeface="Arial Unicode MS"/>
              </a:defRPr>
            </a:pPr>
            <a:r>
              <a:t>Niu-Talent · 化名演示 /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18202A"/>
                </a:solidFill>
                <a:latin typeface="Arial Unicode MS"/>
              </a:defRPr>
            </a:pPr>
            <a:r>
              <a:t>片段重试 · 演示答辩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2616E"/>
                </a:solidFill>
                <a:latin typeface="Arial Unicode MS"/>
              </a:defRPr>
            </a:pPr>
            <a:r>
              <a:t>谷嘉树（演示） / 2026-10-12（演示日期）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>
                <a:solidFill>
                  <a:srgbClr val="18202A"/>
                </a:solidFill>
                <a:latin typeface="Arial Unicode MS"/>
              </a:defRPr>
            </a:pPr>
            <a:r>
              <a:t>片段重试：复现失败片段，逐段保留请求键，将失败项隔离到重试队列；重复提交只生成一份输出。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16E"/>
                </a:solidFill>
                <a:latin typeface="Arial Unicode MS"/>
              </a:defRPr>
            </a:pPr>
            <a:r>
              <a:t>合成项目材料；不构成已确认的人才结论。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2616E"/>
                </a:solidFill>
                <a:latin typeface="Arial Unicode MS"/>
              </a:defRPr>
            </a:pPr>
            <a:r>
              <a:t>Niu-Talent · 化名演示 /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18202A"/>
                </a:solidFill>
                <a:latin typeface="Arial Unicode MS"/>
              </a:defRPr>
            </a:pPr>
            <a:r>
              <a:t>缓存回收 · 另一件事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2616E"/>
                </a:solidFill>
                <a:latin typeface="Arial Unicode MS"/>
              </a:defRPr>
            </a:pPr>
            <a:r>
              <a:t>谷嘉树（演示） / 2026-10-13（演示日期）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>
                <a:solidFill>
                  <a:srgbClr val="18202A"/>
                </a:solidFill>
                <a:latin typeface="Arial Unicode MS"/>
              </a:defRPr>
            </a:pPr>
            <a:r>
              <a:t>缓存回收：另一次演示任务中增加到期清理开关，并补充回滚说明。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16E"/>
                </a:solidFill>
                <a:latin typeface="Arial Unicode MS"/>
              </a:defRPr>
            </a:pPr>
            <a:r>
              <a:t>合成项目材料；不构成已确认的人才结论。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defense demonstration</dc:title>
  <dc:subject>BOW-896 synthetic fixture</dc:subject>
  <dc:creator>Niu-Talent Demo</dc:creator>
  <cp:keywords/>
  <dc:description>generated using python-pptx</dc:description>
  <cp:lastModifiedBy>Niu-Talent Demo</cp:lastModifiedBy>
  <cp:revision>1</cp:revision>
  <dcterms:created xsi:type="dcterms:W3CDTF">2000-01-01T00:00:00Z</dcterms:created>
  <dcterms:modified xsi:type="dcterms:W3CDTF">2000-01-01T00:00:00Z</dcterms:modified>
  <cp:category/>
</cp:coreProperties>
</file>